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69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3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286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34290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Comercial de Agenda Verde: Prospecção Ativa e B2B Ambiental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77240" y="4160520"/>
            <a:ext cx="29260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de Projeto — Engenharia de Software &amp; Gestão e Qualidade de Software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 Deosmar Batista Oliveira Miranda  •  RA 823.212.382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do Projeto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544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consolida evidências públicas de comprometimento ambiental de empresas brasileiras a partir do CNPJ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acadêmico (A3) desenvolvido individualmente, com potencial indicado pelo professor para virar artigo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em plataformas de inteligência comercial B2B, mas com escopo deliberadamente distinto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coleta de dado pessoal, contato ou tomador de decisão — apenas dado público de pessoa jurídica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98080" y="173736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dados consultados são de fontes públicas oficiais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3977640"/>
            <a:ext cx="310896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4114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00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de indivíduos coletados (por desenho)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— Inteligência Comercial de Agenda Verde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clip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Requisitos e Princípio Evidence First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51960" y="1600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425196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160020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2C5F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6384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2606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Inversos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703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→ evidência → regra → indicador → score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aderência e nível de confiança são calculados separadamente — ausência de dado nunca vira evidência negativa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score existe sem evidência rastreável até sua fonte pública original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inversos (RIN) formalizam o que o sistema não deve afirmar ou inferir — tratados como requisito de primeira classe, não como observação à margem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— Inteligência Comercial de Agenda Verde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do Projeto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783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Incremental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Meio-termo entre cascata e ágil formal — adequado a uma equipe de um único integrante, sem ritos de squad sem sentido para esse contexto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537960" y="1783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Projects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37960" y="2286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Kanban (Backlog → Doing → Review → Testing → Done) com etiquetas por tipo de teste em cada tarefa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886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069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por Ciclos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572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alinhados às etapas da disciplina, do levantamento do problema à apresentação final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886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5F5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537960" y="40690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Mapeados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45720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APIs externas, fontes sem API formal, e restrição de tempo por desenvolvimento individual — cada um com mitigação definida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— Inteligência Comercial de Agenda Verde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Software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Alinhado à ISO/IEC 25010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96596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AES-256 de dados sensíveis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JWT revogáveis + rate limiting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e bloqueio automático de login (5 tentativas / 15 min)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de domínio de e-mail e trilha de auditoria de acesso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09360" y="1554480"/>
            <a:ext cx="0" cy="429768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</a:t>
            </a: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00" b="1" dirty="0" err="1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Práticas</a:t>
            </a: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Software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19659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Injeção de dependência correta (não singleton solto)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de usecase contra interface, não classe concreta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agregadores desde o início, evitando app.module monolítico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cobertura de teste: 75% (unitário, integração, componente, e2e,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Pipelines YAML para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validação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ambientes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— Inteligência Comercial de Agenda Verde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41148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Atual e Próximos Passos</a:t>
            </a:r>
            <a:endParaRPr lang="en-US" sz="2600" dirty="0"/>
          </a:p>
        </p:txBody>
      </p:sp>
      <p:pic>
        <p:nvPicPr>
          <p:cNvPr id="5" name="Image 1" descr="/mnt/user-data/outputs/BIOS_Kanban_Stat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6903720" cy="231343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45720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Modelagem: diagrama de classes, casos de uso e sequência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consolidada e atores/histórias de usuário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de análise — um fluxo detalhado por caso de uso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de telas e definição de permissões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7863840" y="1600200"/>
            <a:ext cx="3657600" cy="4617720"/>
          </a:xfrm>
          <a:prstGeom prst="roundRect">
            <a:avLst>
              <a:gd name="adj" fmla="val 3000"/>
            </a:avLst>
          </a:prstGeom>
          <a:solidFill>
            <a:srgbClr val="2C5F2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183880" y="1920240"/>
            <a:ext cx="3017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Documentação, gestão e requisitos já estão consolidados — próxima frente é a modelagem visual antes do desenvolvimento do MVP.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— Inteligência Comercial de Agenda Verde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508</Words>
  <Application>Microsoft Office PowerPoint</Application>
  <PresentationFormat>Widescreen</PresentationFormat>
  <Paragraphs>71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BIOS - Follow-up de Projeto</dc:title>
  <dc:subject>PptxGenJS Presentation</dc:subject>
  <dc:creator>Davi Deosmar Batista Oliveira Miranda</dc:creator>
  <cp:lastModifiedBy>Davi Deosmar Batista Oliveira Miranda</cp:lastModifiedBy>
  <cp:revision>2</cp:revision>
  <dcterms:created xsi:type="dcterms:W3CDTF">2026-09-21T22:35:53Z</dcterms:created>
  <dcterms:modified xsi:type="dcterms:W3CDTF">2026-09-21T22:48:47Z</dcterms:modified>
</cp:coreProperties>
</file>